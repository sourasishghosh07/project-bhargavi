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12"/>
  </p:notesMasterIdLst>
  <p:sldIdLst>
    <p:sldId id="256" r:id="rId2"/>
    <p:sldId id="297" r:id="rId3"/>
    <p:sldId id="257" r:id="rId4"/>
    <p:sldId id="298" r:id="rId5"/>
    <p:sldId id="299" r:id="rId6"/>
    <p:sldId id="300" r:id="rId7"/>
    <p:sldId id="260" r:id="rId8"/>
    <p:sldId id="295" r:id="rId9"/>
    <p:sldId id="296" r:id="rId10"/>
    <p:sldId id="301" r:id="rId11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ambria" panose="02040503050406030204" pitchFamily="18" charset="0"/>
      <p:regular r:id="rId17"/>
      <p:bold r:id="rId18"/>
      <p:italic r:id="rId19"/>
      <p:boldItalic r:id="rId20"/>
    </p:embeddedFont>
    <p:embeddedFont>
      <p:font typeface="Titillium Web" panose="00000500000000000000" pitchFamily="2" charset="0"/>
      <p:regular r:id="rId21"/>
      <p:bold r:id="rId22"/>
      <p:italic r:id="rId23"/>
      <p:boldItalic r:id="rId24"/>
    </p:embeddedFont>
    <p:embeddedFont>
      <p:font typeface="Titillium Web Light" panose="000004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BDED31F-4C28-4180-97D3-87A74C8CC402}">
  <a:tblStyle styleId="{EBDED31F-4C28-4180-97D3-87A74C8CC40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93F4AB4-FE6C-4C75-8DE0-3188A609124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5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drashis Ghosh" userId="a3b2d9d6044f93cc" providerId="LiveId" clId="{32B84EA3-6E0C-44D6-80AE-78C53863A0A3}"/>
    <pc:docChg chg="undo custSel addSld delSld modSld sldOrd">
      <pc:chgData name="Indrashis Ghosh" userId="a3b2d9d6044f93cc" providerId="LiveId" clId="{32B84EA3-6E0C-44D6-80AE-78C53863A0A3}" dt="2022-11-20T05:47:11.871" v="1496" actId="403"/>
      <pc:docMkLst>
        <pc:docMk/>
      </pc:docMkLst>
      <pc:sldChg chg="modSp mod">
        <pc:chgData name="Indrashis Ghosh" userId="a3b2d9d6044f93cc" providerId="LiveId" clId="{32B84EA3-6E0C-44D6-80AE-78C53863A0A3}" dt="2022-11-20T05:43:53.105" v="1375" actId="20577"/>
        <pc:sldMkLst>
          <pc:docMk/>
          <pc:sldMk cId="0" sldId="256"/>
        </pc:sldMkLst>
        <pc:spChg chg="mod">
          <ac:chgData name="Indrashis Ghosh" userId="a3b2d9d6044f93cc" providerId="LiveId" clId="{32B84EA3-6E0C-44D6-80AE-78C53863A0A3}" dt="2022-11-20T05:43:53.105" v="1375" actId="20577"/>
          <ac:spMkLst>
            <pc:docMk/>
            <pc:sldMk cId="0" sldId="256"/>
            <ac:spMk id="2" creationId="{427DB542-9463-7E33-3B95-B97C6C3E88E9}"/>
          </ac:spMkLst>
        </pc:spChg>
      </pc:sldChg>
      <pc:sldChg chg="del">
        <pc:chgData name="Indrashis Ghosh" userId="a3b2d9d6044f93cc" providerId="LiveId" clId="{32B84EA3-6E0C-44D6-80AE-78C53863A0A3}" dt="2022-11-19T16:42:41.510" v="1291" actId="47"/>
        <pc:sldMkLst>
          <pc:docMk/>
          <pc:sldMk cId="0" sldId="259"/>
        </pc:sldMkLst>
      </pc:sldChg>
      <pc:sldChg chg="modSp mod">
        <pc:chgData name="Indrashis Ghosh" userId="a3b2d9d6044f93cc" providerId="LiveId" clId="{32B84EA3-6E0C-44D6-80AE-78C53863A0A3}" dt="2022-11-19T16:44:21.295" v="1292" actId="1076"/>
        <pc:sldMkLst>
          <pc:docMk/>
          <pc:sldMk cId="0" sldId="260"/>
        </pc:sldMkLst>
        <pc:spChg chg="mod">
          <ac:chgData name="Indrashis Ghosh" userId="a3b2d9d6044f93cc" providerId="LiveId" clId="{32B84EA3-6E0C-44D6-80AE-78C53863A0A3}" dt="2022-11-19T16:44:21.295" v="1292" actId="1076"/>
          <ac:spMkLst>
            <pc:docMk/>
            <pc:sldMk cId="0" sldId="260"/>
            <ac:spMk id="81" creationId="{00000000-0000-0000-0000-000000000000}"/>
          </ac:spMkLst>
        </pc:spChg>
      </pc:sldChg>
      <pc:sldChg chg="modSp mod">
        <pc:chgData name="Indrashis Ghosh" userId="a3b2d9d6044f93cc" providerId="LiveId" clId="{32B84EA3-6E0C-44D6-80AE-78C53863A0A3}" dt="2022-11-19T16:37:47.732" v="1290" actId="123"/>
        <pc:sldMkLst>
          <pc:docMk/>
          <pc:sldMk cId="2260481420" sldId="296"/>
        </pc:sldMkLst>
        <pc:spChg chg="mod">
          <ac:chgData name="Indrashis Ghosh" userId="a3b2d9d6044f93cc" providerId="LiveId" clId="{32B84EA3-6E0C-44D6-80AE-78C53863A0A3}" dt="2022-11-19T16:37:39.949" v="1289" actId="1076"/>
          <ac:spMkLst>
            <pc:docMk/>
            <pc:sldMk cId="2260481420" sldId="296"/>
            <ac:spMk id="59" creationId="{00000000-0000-0000-0000-000000000000}"/>
          </ac:spMkLst>
        </pc:spChg>
        <pc:spChg chg="mod">
          <ac:chgData name="Indrashis Ghosh" userId="a3b2d9d6044f93cc" providerId="LiveId" clId="{32B84EA3-6E0C-44D6-80AE-78C53863A0A3}" dt="2022-11-19T16:37:47.732" v="1290" actId="123"/>
          <ac:spMkLst>
            <pc:docMk/>
            <pc:sldMk cId="2260481420" sldId="296"/>
            <ac:spMk id="62" creationId="{00000000-0000-0000-0000-000000000000}"/>
          </ac:spMkLst>
        </pc:spChg>
      </pc:sldChg>
      <pc:sldChg chg="modSp mod">
        <pc:chgData name="Indrashis Ghosh" userId="a3b2d9d6044f93cc" providerId="LiveId" clId="{32B84EA3-6E0C-44D6-80AE-78C53863A0A3}" dt="2022-11-19T15:26:20.348" v="102" actId="12"/>
        <pc:sldMkLst>
          <pc:docMk/>
          <pc:sldMk cId="2501276247" sldId="297"/>
        </pc:sldMkLst>
        <pc:spChg chg="mod">
          <ac:chgData name="Indrashis Ghosh" userId="a3b2d9d6044f93cc" providerId="LiveId" clId="{32B84EA3-6E0C-44D6-80AE-78C53863A0A3}" dt="2022-11-19T15:26:20.348" v="102" actId="12"/>
          <ac:spMkLst>
            <pc:docMk/>
            <pc:sldMk cId="2501276247" sldId="297"/>
            <ac:spMk id="62" creationId="{00000000-0000-0000-0000-000000000000}"/>
          </ac:spMkLst>
        </pc:spChg>
      </pc:sldChg>
      <pc:sldChg chg="modSp add mod">
        <pc:chgData name="Indrashis Ghosh" userId="a3b2d9d6044f93cc" providerId="LiveId" clId="{32B84EA3-6E0C-44D6-80AE-78C53863A0A3}" dt="2022-11-19T15:44:21.054" v="275" actId="2710"/>
        <pc:sldMkLst>
          <pc:docMk/>
          <pc:sldMk cId="1678398607" sldId="298"/>
        </pc:sldMkLst>
        <pc:spChg chg="mod">
          <ac:chgData name="Indrashis Ghosh" userId="a3b2d9d6044f93cc" providerId="LiveId" clId="{32B84EA3-6E0C-44D6-80AE-78C53863A0A3}" dt="2022-11-19T15:41:57.493" v="140" actId="20577"/>
          <ac:spMkLst>
            <pc:docMk/>
            <pc:sldMk cId="1678398607" sldId="298"/>
            <ac:spMk id="59" creationId="{00000000-0000-0000-0000-000000000000}"/>
          </ac:spMkLst>
        </pc:spChg>
        <pc:spChg chg="mod">
          <ac:chgData name="Indrashis Ghosh" userId="a3b2d9d6044f93cc" providerId="LiveId" clId="{32B84EA3-6E0C-44D6-80AE-78C53863A0A3}" dt="2022-11-19T15:44:21.054" v="275" actId="2710"/>
          <ac:spMkLst>
            <pc:docMk/>
            <pc:sldMk cId="1678398607" sldId="298"/>
            <ac:spMk id="62" creationId="{00000000-0000-0000-0000-000000000000}"/>
          </ac:spMkLst>
        </pc:spChg>
      </pc:sldChg>
      <pc:sldChg chg="addSp delSp modSp add mod">
        <pc:chgData name="Indrashis Ghosh" userId="a3b2d9d6044f93cc" providerId="LiveId" clId="{32B84EA3-6E0C-44D6-80AE-78C53863A0A3}" dt="2022-11-19T15:58:13.918" v="688" actId="20577"/>
        <pc:sldMkLst>
          <pc:docMk/>
          <pc:sldMk cId="1238190441" sldId="299"/>
        </pc:sldMkLst>
        <pc:spChg chg="add del mod">
          <ac:chgData name="Indrashis Ghosh" userId="a3b2d9d6044f93cc" providerId="LiveId" clId="{32B84EA3-6E0C-44D6-80AE-78C53863A0A3}" dt="2022-11-19T15:49:41.536" v="345" actId="478"/>
          <ac:spMkLst>
            <pc:docMk/>
            <pc:sldMk cId="1238190441" sldId="299"/>
            <ac:spMk id="3" creationId="{185BCFE2-EC06-A5BC-B2DD-5B63AF034C9E}"/>
          </ac:spMkLst>
        </pc:spChg>
        <pc:spChg chg="add del mod">
          <ac:chgData name="Indrashis Ghosh" userId="a3b2d9d6044f93cc" providerId="LiveId" clId="{32B84EA3-6E0C-44D6-80AE-78C53863A0A3}" dt="2022-11-19T15:58:13.918" v="688" actId="20577"/>
          <ac:spMkLst>
            <pc:docMk/>
            <pc:sldMk cId="1238190441" sldId="299"/>
            <ac:spMk id="4" creationId="{3551D3CC-254C-CA90-7D08-FBEE479CD7C8}"/>
          </ac:spMkLst>
        </pc:spChg>
        <pc:spChg chg="add del mod">
          <ac:chgData name="Indrashis Ghosh" userId="a3b2d9d6044f93cc" providerId="LiveId" clId="{32B84EA3-6E0C-44D6-80AE-78C53863A0A3}" dt="2022-11-19T15:50:06.702" v="351" actId="478"/>
          <ac:spMkLst>
            <pc:docMk/>
            <pc:sldMk cId="1238190441" sldId="299"/>
            <ac:spMk id="6" creationId="{6F936C7B-E176-8CF4-594B-7963C230C5AC}"/>
          </ac:spMkLst>
        </pc:spChg>
        <pc:spChg chg="mod">
          <ac:chgData name="Indrashis Ghosh" userId="a3b2d9d6044f93cc" providerId="LiveId" clId="{32B84EA3-6E0C-44D6-80AE-78C53863A0A3}" dt="2022-11-19T15:53:29.799" v="487" actId="1076"/>
          <ac:spMkLst>
            <pc:docMk/>
            <pc:sldMk cId="1238190441" sldId="299"/>
            <ac:spMk id="59" creationId="{00000000-0000-0000-0000-000000000000}"/>
          </ac:spMkLst>
        </pc:spChg>
        <pc:spChg chg="del mod">
          <ac:chgData name="Indrashis Ghosh" userId="a3b2d9d6044f93cc" providerId="LiveId" clId="{32B84EA3-6E0C-44D6-80AE-78C53863A0A3}" dt="2022-11-19T15:49:58.976" v="348" actId="478"/>
          <ac:spMkLst>
            <pc:docMk/>
            <pc:sldMk cId="1238190441" sldId="299"/>
            <ac:spMk id="62" creationId="{00000000-0000-0000-0000-000000000000}"/>
          </ac:spMkLst>
        </pc:spChg>
      </pc:sldChg>
      <pc:sldChg chg="addSp delSp modSp add mod">
        <pc:chgData name="Indrashis Ghosh" userId="a3b2d9d6044f93cc" providerId="LiveId" clId="{32B84EA3-6E0C-44D6-80AE-78C53863A0A3}" dt="2022-11-19T16:34:47.537" v="1100" actId="1076"/>
        <pc:sldMkLst>
          <pc:docMk/>
          <pc:sldMk cId="359182762" sldId="300"/>
        </pc:sldMkLst>
        <pc:spChg chg="add del mod">
          <ac:chgData name="Indrashis Ghosh" userId="a3b2d9d6044f93cc" providerId="LiveId" clId="{32B84EA3-6E0C-44D6-80AE-78C53863A0A3}" dt="2022-11-19T16:27:01.589" v="962"/>
          <ac:spMkLst>
            <pc:docMk/>
            <pc:sldMk cId="359182762" sldId="300"/>
            <ac:spMk id="2" creationId="{7B313454-6A26-4AF3-979B-57775ECC568D}"/>
          </ac:spMkLst>
        </pc:spChg>
        <pc:spChg chg="mod">
          <ac:chgData name="Indrashis Ghosh" userId="a3b2d9d6044f93cc" providerId="LiveId" clId="{32B84EA3-6E0C-44D6-80AE-78C53863A0A3}" dt="2022-11-19T16:34:42.574" v="1099" actId="1076"/>
          <ac:spMkLst>
            <pc:docMk/>
            <pc:sldMk cId="359182762" sldId="300"/>
            <ac:spMk id="4" creationId="{3551D3CC-254C-CA90-7D08-FBEE479CD7C8}"/>
          </ac:spMkLst>
        </pc:spChg>
        <pc:spChg chg="add del mod">
          <ac:chgData name="Indrashis Ghosh" userId="a3b2d9d6044f93cc" providerId="LiveId" clId="{32B84EA3-6E0C-44D6-80AE-78C53863A0A3}" dt="2022-11-19T16:27:01.589" v="962"/>
          <ac:spMkLst>
            <pc:docMk/>
            <pc:sldMk cId="359182762" sldId="300"/>
            <ac:spMk id="5" creationId="{DF648AE6-26A0-BE79-B34F-8D6AD120E966}"/>
          </ac:spMkLst>
        </pc:spChg>
        <pc:spChg chg="add del mod">
          <ac:chgData name="Indrashis Ghosh" userId="a3b2d9d6044f93cc" providerId="LiveId" clId="{32B84EA3-6E0C-44D6-80AE-78C53863A0A3}" dt="2022-11-19T16:27:01.589" v="962"/>
          <ac:spMkLst>
            <pc:docMk/>
            <pc:sldMk cId="359182762" sldId="300"/>
            <ac:spMk id="6" creationId="{80C8AB83-1ADB-4142-1A89-4C2C4BCFB87A}"/>
          </ac:spMkLst>
        </pc:spChg>
        <pc:spChg chg="add del mod">
          <ac:chgData name="Indrashis Ghosh" userId="a3b2d9d6044f93cc" providerId="LiveId" clId="{32B84EA3-6E0C-44D6-80AE-78C53863A0A3}" dt="2022-11-19T16:27:01.589" v="962"/>
          <ac:spMkLst>
            <pc:docMk/>
            <pc:sldMk cId="359182762" sldId="300"/>
            <ac:spMk id="7" creationId="{B1E338D2-CFD4-14B9-57AB-4F8E2134EDFD}"/>
          </ac:spMkLst>
        </pc:spChg>
        <pc:spChg chg="mod">
          <ac:chgData name="Indrashis Ghosh" userId="a3b2d9d6044f93cc" providerId="LiveId" clId="{32B84EA3-6E0C-44D6-80AE-78C53863A0A3}" dt="2022-11-19T16:34:47.537" v="1100" actId="1076"/>
          <ac:spMkLst>
            <pc:docMk/>
            <pc:sldMk cId="359182762" sldId="300"/>
            <ac:spMk id="59" creationId="{00000000-0000-0000-0000-000000000000}"/>
          </ac:spMkLst>
        </pc:spChg>
        <pc:graphicFrameChg chg="add del mod">
          <ac:chgData name="Indrashis Ghosh" userId="a3b2d9d6044f93cc" providerId="LiveId" clId="{32B84EA3-6E0C-44D6-80AE-78C53863A0A3}" dt="2022-11-19T16:27:01.589" v="962"/>
          <ac:graphicFrameMkLst>
            <pc:docMk/>
            <pc:sldMk cId="359182762" sldId="300"/>
            <ac:graphicFrameMk id="3" creationId="{55B194B4-F633-56D4-BC4B-5A3DCBFE6020}"/>
          </ac:graphicFrameMkLst>
        </pc:graphicFrameChg>
      </pc:sldChg>
      <pc:sldChg chg="modSp add mod ord">
        <pc:chgData name="Indrashis Ghosh" userId="a3b2d9d6044f93cc" providerId="LiveId" clId="{32B84EA3-6E0C-44D6-80AE-78C53863A0A3}" dt="2022-11-20T05:47:11.871" v="1496" actId="403"/>
        <pc:sldMkLst>
          <pc:docMk/>
          <pc:sldMk cId="1403683030" sldId="301"/>
        </pc:sldMkLst>
        <pc:spChg chg="mod">
          <ac:chgData name="Indrashis Ghosh" userId="a3b2d9d6044f93cc" providerId="LiveId" clId="{32B84EA3-6E0C-44D6-80AE-78C53863A0A3}" dt="2022-11-20T05:47:11.871" v="1496" actId="403"/>
          <ac:spMkLst>
            <pc:docMk/>
            <pc:sldMk cId="1403683030" sldId="301"/>
            <ac:spMk id="4" creationId="{3551D3CC-254C-CA90-7D08-FBEE479CD7C8}"/>
          </ac:spMkLst>
        </pc:spChg>
        <pc:spChg chg="mod">
          <ac:chgData name="Indrashis Ghosh" userId="a3b2d9d6044f93cc" providerId="LiveId" clId="{32B84EA3-6E0C-44D6-80AE-78C53863A0A3}" dt="2022-11-20T05:47:04.327" v="1494" actId="403"/>
          <ac:spMkLst>
            <pc:docMk/>
            <pc:sldMk cId="1403683030" sldId="301"/>
            <ac:spMk id="59" creationId="{00000000-0000-0000-0000-000000000000}"/>
          </ac:spMkLst>
        </pc:spChg>
      </pc:sldChg>
      <pc:sldMasterChg chg="delSldLayout">
        <pc:chgData name="Indrashis Ghosh" userId="a3b2d9d6044f93cc" providerId="LiveId" clId="{32B84EA3-6E0C-44D6-80AE-78C53863A0A3}" dt="2022-11-19T16:42:41.510" v="1291" actId="47"/>
        <pc:sldMasterMkLst>
          <pc:docMk/>
          <pc:sldMasterMk cId="0" sldId="2147483657"/>
        </pc:sldMasterMkLst>
        <pc:sldLayoutChg chg="del">
          <pc:chgData name="Indrashis Ghosh" userId="a3b2d9d6044f93cc" providerId="LiveId" clId="{32B84EA3-6E0C-44D6-80AE-78C53863A0A3}" dt="2022-11-19T16:42:41.510" v="1291" actId="47"/>
          <pc:sldLayoutMkLst>
            <pc:docMk/>
            <pc:sldMasterMk cId="0" sldId="2147483657"/>
            <pc:sldLayoutMk cId="0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17488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96401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96689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75700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13575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65425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7594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685800" y="743850"/>
            <a:ext cx="5796900" cy="115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457200" y="434575"/>
            <a:ext cx="60255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457200" y="1428748"/>
            <a:ext cx="6025500" cy="314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▰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457200" y="434575"/>
            <a:ext cx="60255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457200" y="1428750"/>
            <a:ext cx="2924700" cy="315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2"/>
          </p:nvPr>
        </p:nvSpPr>
        <p:spPr>
          <a:xfrm>
            <a:off x="3558095" y="1428750"/>
            <a:ext cx="2924700" cy="315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gradFill>
          <a:gsLst>
            <a:gs pos="0">
              <a:srgbClr val="7DFFB1"/>
            </a:gs>
            <a:gs pos="12000">
              <a:srgbClr val="00AAC6"/>
            </a:gs>
            <a:gs pos="51000">
              <a:srgbClr val="0037B3"/>
            </a:gs>
            <a:gs pos="100000">
              <a:srgbClr val="00001A"/>
            </a:gs>
          </a:gsLst>
          <a:lin ang="1350003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434575"/>
            <a:ext cx="6025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sz="36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sz="36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sz="36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sz="36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sz="36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sz="36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sz="36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sz="36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sz="36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428748"/>
            <a:ext cx="6025500" cy="3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7DFFB1"/>
              </a:buClr>
              <a:buSzPts val="2400"/>
              <a:buFont typeface="Titillium Web Light"/>
              <a:buChar char="▰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○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■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●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○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■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●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○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■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lvl="1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lvl="2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lvl="3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lvl="4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lvl="5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lvl="6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lvl="7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lvl="8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7DB542-9463-7E33-3B95-B97C6C3E88E9}"/>
              </a:ext>
            </a:extLst>
          </p:cNvPr>
          <p:cNvSpPr txBox="1"/>
          <p:nvPr/>
        </p:nvSpPr>
        <p:spPr>
          <a:xfrm>
            <a:off x="991267" y="1165007"/>
            <a:ext cx="7161466" cy="3416320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br>
              <a:rPr lang="en-US" sz="1800" b="1" dirty="0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</a:rPr>
            </a:br>
            <a:r>
              <a:rPr lang="en-US" sz="1800" b="1" dirty="0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</a:rPr>
              <a:t>Team Members: 	                    Indrashis Ghosh (CSE 4</a:t>
            </a:r>
            <a:r>
              <a:rPr lang="en-US" sz="1800" b="1" baseline="30000" dirty="0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</a:rPr>
              <a:t>th</a:t>
            </a:r>
            <a:r>
              <a:rPr lang="en-US" sz="1800" b="1" dirty="0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</a:rPr>
              <a:t>  year)</a:t>
            </a:r>
          </a:p>
          <a:p>
            <a:r>
              <a:rPr lang="en-US" sz="1800" b="1" dirty="0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</a:rPr>
              <a:t>			  12100119060</a:t>
            </a:r>
          </a:p>
          <a:p>
            <a:endParaRPr lang="en-US" sz="1800" b="1" dirty="0">
              <a:solidFill>
                <a:schemeClr val="bg1"/>
              </a:solidFill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sz="1800" b="1" dirty="0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</a:rPr>
              <a:t>		                    Sourasish Ghosh </a:t>
            </a:r>
            <a:r>
              <a:rPr lang="en-US" sz="1800" b="1" dirty="0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(CSE 4</a:t>
            </a:r>
            <a:r>
              <a:rPr lang="en-US" sz="1800" b="1" baseline="30000" dirty="0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th</a:t>
            </a:r>
            <a:r>
              <a:rPr lang="en-US" sz="1800" b="1" dirty="0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 year)</a:t>
            </a:r>
          </a:p>
          <a:p>
            <a:r>
              <a:rPr lang="en-US" sz="1800" b="1" dirty="0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</a:rPr>
              <a:t>			  12100119055</a:t>
            </a:r>
          </a:p>
          <a:p>
            <a:endParaRPr lang="en-US" sz="1800" b="1" dirty="0">
              <a:solidFill>
                <a:schemeClr val="bg1"/>
              </a:solidFill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sz="1800" b="1" dirty="0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</a:rPr>
              <a:t>		                    Shuvra Das </a:t>
            </a:r>
            <a:r>
              <a:rPr lang="en-US" sz="1800" b="1" dirty="0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(CSE 4</a:t>
            </a:r>
            <a:r>
              <a:rPr lang="en-US" sz="1800" b="1" baseline="30000" dirty="0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th</a:t>
            </a:r>
            <a:r>
              <a:rPr lang="en-US" sz="1800" b="1" dirty="0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 year)</a:t>
            </a:r>
          </a:p>
          <a:p>
            <a:r>
              <a:rPr lang="en-US" sz="1800" b="1" dirty="0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			  12100119040</a:t>
            </a:r>
          </a:p>
          <a:p>
            <a:endParaRPr lang="en-US" sz="1800" b="1" dirty="0">
              <a:solidFill>
                <a:schemeClr val="bg1"/>
              </a:solidFill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sz="1800" b="1" dirty="0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</a:rPr>
              <a:t>		                    Debolina Bhattacharjee </a:t>
            </a:r>
            <a:r>
              <a:rPr lang="en-US" sz="1800" b="1" dirty="0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(CSE 4</a:t>
            </a:r>
            <a:r>
              <a:rPr lang="en-US" sz="1800" b="1" baseline="30000" dirty="0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th</a:t>
            </a:r>
            <a:r>
              <a:rPr lang="en-US" sz="1800" b="1" dirty="0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Year)</a:t>
            </a:r>
          </a:p>
          <a:p>
            <a:r>
              <a:rPr lang="en-US" sz="1800" b="1" dirty="0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			  12100119048</a:t>
            </a:r>
            <a:endParaRPr lang="en-IN" sz="1800" b="1" dirty="0">
              <a:solidFill>
                <a:schemeClr val="bg1"/>
              </a:solidFill>
              <a:latin typeface="Cambria" panose="02040503050406030204" charset="0"/>
              <a:cs typeface="Cambria" panose="0204050305040603020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0DE29C-5984-5D17-5C2E-DF8AC72D7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56" y="129472"/>
            <a:ext cx="819150" cy="8191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CC3C4E-C1F9-0642-5E0E-F783880125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6544" y="129472"/>
            <a:ext cx="863600" cy="863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6726AE-033F-B98B-A16F-59B20DCB74DF}"/>
              </a:ext>
            </a:extLst>
          </p:cNvPr>
          <p:cNvSpPr txBox="1"/>
          <p:nvPr/>
        </p:nvSpPr>
        <p:spPr>
          <a:xfrm>
            <a:off x="3221340" y="-368894"/>
            <a:ext cx="270132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IN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IN" sz="4400" b="1" i="0" u="none" strike="noStrike" baseline="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</a:rPr>
              <a:t>BHARGAVI 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	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title"/>
          </p:nvPr>
        </p:nvSpPr>
        <p:spPr>
          <a:xfrm>
            <a:off x="457200" y="434575"/>
            <a:ext cx="60255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-IN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</a:rPr>
              <a:t>Project Idea</a:t>
            </a:r>
            <a:r>
              <a:rPr lang="en-IN" sz="3600" b="1" i="0" u="none" strike="noStrike" baseline="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</a:rPr>
              <a:t>: </a:t>
            </a:r>
          </a:p>
        </p:txBody>
      </p:sp>
      <p:sp>
        <p:nvSpPr>
          <p:cNvPr id="62" name="Google Shape;62;p12"/>
          <p:cNvSpPr txBox="1">
            <a:spLocks noGrp="1"/>
          </p:cNvSpPr>
          <p:nvPr>
            <p:ph type="body" idx="2"/>
          </p:nvPr>
        </p:nvSpPr>
        <p:spPr>
          <a:xfrm>
            <a:off x="268736" y="1291975"/>
            <a:ext cx="8526256" cy="287517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01600" indent="0" algn="l">
              <a:buNone/>
            </a:pPr>
            <a:endParaRPr lang="en-IN" sz="1800" b="0" i="0" u="none" strike="noStrike" baseline="0" dirty="0">
              <a:solidFill>
                <a:schemeClr val="accent3">
                  <a:lumMod val="20000"/>
                  <a:lumOff val="80000"/>
                </a:schemeClr>
              </a:solidFill>
              <a:latin typeface="Calibri" panose="020F0502020204030204" pitchFamily="34" charset="0"/>
            </a:endParaRPr>
          </a:p>
          <a:p>
            <a:pPr indent="-457200" algn="just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28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We have decided to make a robot that can detect pests and specific diseases for crops and plants. </a:t>
            </a:r>
          </a:p>
          <a:p>
            <a:pPr indent="-457200" algn="just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28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Thereafter it will suggest pesticides to prevent that disease.</a:t>
            </a:r>
            <a:endParaRPr sz="2800" b="1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2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3" name="Google Shape;63;p12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1276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title"/>
          </p:nvPr>
        </p:nvSpPr>
        <p:spPr>
          <a:xfrm>
            <a:off x="457200" y="434575"/>
            <a:ext cx="60255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-IN" sz="3600" b="1" i="0" u="none" strike="noStrike" baseline="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</a:rPr>
              <a:t>Key Features/Objectives: </a:t>
            </a:r>
          </a:p>
        </p:txBody>
      </p:sp>
      <p:sp>
        <p:nvSpPr>
          <p:cNvPr id="62" name="Google Shape;62;p12"/>
          <p:cNvSpPr txBox="1">
            <a:spLocks noGrp="1"/>
          </p:cNvSpPr>
          <p:nvPr>
            <p:ph type="body" idx="2"/>
          </p:nvPr>
        </p:nvSpPr>
        <p:spPr>
          <a:xfrm>
            <a:off x="268736" y="1291975"/>
            <a:ext cx="8526256" cy="287517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01600" indent="0" algn="l">
              <a:buNone/>
            </a:pPr>
            <a:endParaRPr lang="en-IN" sz="1800" b="0" i="0" u="none" strike="noStrike" baseline="0" dirty="0">
              <a:solidFill>
                <a:schemeClr val="accent3">
                  <a:lumMod val="20000"/>
                  <a:lumOff val="80000"/>
                </a:schemeClr>
              </a:solidFill>
              <a:latin typeface="Calibri" panose="020F0502020204030204" pitchFamily="34" charset="0"/>
            </a:endParaRPr>
          </a:p>
          <a:p>
            <a:r>
              <a:rPr lang="en-US" sz="1800" b="1" i="0" u="none" strike="noStrike" baseline="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</a:rPr>
              <a:t>Our robot will be rolled throughout the crop field and it will detect/identify the pest.</a:t>
            </a:r>
          </a:p>
          <a:p>
            <a:pPr marL="101600" indent="0">
              <a:buNone/>
            </a:pPr>
            <a:r>
              <a:rPr lang="en-US" sz="1800" b="1" i="0" u="none" strike="noStrike" baseline="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</a:rPr>
              <a:t> </a:t>
            </a:r>
          </a:p>
          <a:p>
            <a:r>
              <a:rPr lang="en-US" sz="1800" b="1" i="0" u="none" strike="noStrike" baseline="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</a:rPr>
              <a:t>Then it will suggest some pesticides which can prevent that crop from that identified pest. </a:t>
            </a:r>
          </a:p>
          <a:p>
            <a:pPr marL="101600" indent="0">
              <a:buNone/>
            </a:pPr>
            <a:endParaRPr lang="en-US" sz="1800" b="1" i="0" u="none" strike="noStrike" baseline="0" dirty="0">
              <a:solidFill>
                <a:schemeClr val="accent3">
                  <a:lumMod val="20000"/>
                  <a:lumOff val="80000"/>
                </a:schemeClr>
              </a:solidFill>
              <a:latin typeface="Calibri" panose="020F0502020204030204" pitchFamily="34" charset="0"/>
            </a:endParaRPr>
          </a:p>
          <a:p>
            <a:r>
              <a:rPr lang="en-US" sz="1800" b="1" i="0" u="none" strike="noStrike" baseline="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</a:rPr>
              <a:t>Also, we have planned to create a system through which respective pesticides will be sprayed automatically on crop. 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2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3" name="Google Shape;63;p12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title"/>
          </p:nvPr>
        </p:nvSpPr>
        <p:spPr>
          <a:xfrm>
            <a:off x="457200" y="434575"/>
            <a:ext cx="60255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-IN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</a:rPr>
              <a:t>R</a:t>
            </a:r>
            <a:r>
              <a:rPr lang="en-IN" sz="3600" b="1" i="0" u="none" strike="noStrike" baseline="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</a:rPr>
              <a:t>obotics Applied In</a:t>
            </a:r>
            <a:r>
              <a:rPr lang="en-IN" b="1" i="0" u="none" strike="noStrike" baseline="3000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</a:rPr>
              <a:t>[1]</a:t>
            </a:r>
            <a:r>
              <a:rPr lang="en-IN" sz="3600" b="1" i="0" u="none" strike="noStrike" baseline="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</a:rPr>
              <a:t>:</a:t>
            </a:r>
          </a:p>
        </p:txBody>
      </p:sp>
      <p:sp>
        <p:nvSpPr>
          <p:cNvPr id="62" name="Google Shape;62;p12"/>
          <p:cNvSpPr txBox="1">
            <a:spLocks noGrp="1"/>
          </p:cNvSpPr>
          <p:nvPr>
            <p:ph type="body" idx="2"/>
          </p:nvPr>
        </p:nvSpPr>
        <p:spPr>
          <a:xfrm>
            <a:off x="268736" y="1291975"/>
            <a:ext cx="8526256" cy="287517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01600" indent="0" algn="l">
              <a:buNone/>
            </a:pPr>
            <a:endParaRPr lang="en-IN" sz="1800" b="0" i="0" u="none" strike="noStrike" baseline="0" dirty="0">
              <a:solidFill>
                <a:schemeClr val="accent3">
                  <a:lumMod val="20000"/>
                  <a:lumOff val="80000"/>
                </a:schemeClr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800" b="1" i="0" u="none" strike="noStrike" baseline="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</a:rPr>
              <a:t>Weed Control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</a:rPr>
              <a:t>Weed Mapping</a:t>
            </a:r>
          </a:p>
          <a:p>
            <a:pPr>
              <a:lnSpc>
                <a:spcPct val="150000"/>
              </a:lnSpc>
            </a:pPr>
            <a:r>
              <a:rPr lang="en-US" sz="1800" b="1" i="0" u="none" strike="noStrike" baseline="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</a:rPr>
              <a:t>Apply Fertilizer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</a:rPr>
              <a:t>Micro &amp; Macro Spray</a:t>
            </a:r>
          </a:p>
          <a:p>
            <a:pPr>
              <a:lnSpc>
                <a:spcPct val="150000"/>
              </a:lnSpc>
            </a:pPr>
            <a:r>
              <a:rPr lang="en-US" sz="1800" b="1" i="0" u="none" strike="noStrike" baseline="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</a:rPr>
              <a:t>Robotic Irrigation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</a:rPr>
              <a:t>Selective Harvester</a:t>
            </a:r>
            <a:endParaRPr lang="en-US" sz="1800" b="1" i="0" u="none" strike="noStrike" baseline="0" dirty="0">
              <a:solidFill>
                <a:schemeClr val="accent3">
                  <a:lumMod val="20000"/>
                  <a:lumOff val="80000"/>
                </a:schemeClr>
              </a:solidFill>
              <a:latin typeface="Calibri" panose="020F0502020204030204" pitchFamily="34" charset="0"/>
            </a:endParaRPr>
          </a:p>
          <a:p>
            <a:pPr marL="101600" indent="0">
              <a:buNone/>
            </a:pPr>
            <a:r>
              <a:rPr lang="en-US" sz="1800" b="1" i="0" u="none" strike="noStrike" baseline="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</a:rPr>
              <a:t> 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2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3" name="Google Shape;63;p12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78398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title"/>
          </p:nvPr>
        </p:nvSpPr>
        <p:spPr>
          <a:xfrm>
            <a:off x="224205" y="239557"/>
            <a:ext cx="8377928" cy="531256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-IN" sz="2400" b="1" i="0" u="none" strike="noStrike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</a:rPr>
              <a:t>Early De</a:t>
            </a:r>
            <a:r>
              <a:rPr lang="en-IN" sz="240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</a:rPr>
              <a:t>tection and Classification, </a:t>
            </a:r>
            <a:r>
              <a:rPr lang="en-IN" sz="24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</a:rPr>
              <a:t>Sreelakshmi</a:t>
            </a:r>
            <a:r>
              <a:rPr lang="en-IN" sz="240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</a:rPr>
              <a:t> M et. al </a:t>
            </a:r>
            <a:r>
              <a:rPr lang="en-IN" sz="2400" b="1" i="0" u="none" strike="noStrike" baseline="3000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</a:rPr>
              <a:t>[</a:t>
            </a:r>
            <a:r>
              <a:rPr lang="en-IN" sz="2400" baseline="3000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</a:rPr>
              <a:t>2</a:t>
            </a:r>
            <a:r>
              <a:rPr lang="en-IN" sz="2400" b="1" i="0" u="none" strike="noStrike" baseline="3000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</a:rPr>
              <a:t>]</a:t>
            </a:r>
            <a:r>
              <a:rPr lang="en-IN" sz="2400" b="1" i="0" u="none" strike="noStrike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</a:rPr>
              <a:t>:</a:t>
            </a:r>
          </a:p>
        </p:txBody>
      </p:sp>
      <p:sp>
        <p:nvSpPr>
          <p:cNvPr id="63" name="Google Shape;63;p12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4" name="Google Shape;62;p12">
            <a:extLst>
              <a:ext uri="{FF2B5EF4-FFF2-40B4-BE49-F238E27FC236}">
                <a16:creationId xmlns:a16="http://schemas.microsoft.com/office/drawing/2014/main" id="{3551D3CC-254C-CA90-7D08-FBEE479CD7C8}"/>
              </a:ext>
            </a:extLst>
          </p:cNvPr>
          <p:cNvSpPr txBox="1">
            <a:spLocks/>
          </p:cNvSpPr>
          <p:nvPr/>
        </p:nvSpPr>
        <p:spPr>
          <a:xfrm>
            <a:off x="308872" y="865345"/>
            <a:ext cx="8526256" cy="1706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DFFB1"/>
              </a:buClr>
              <a:buSzPts val="2000"/>
              <a:buFont typeface="Titillium Web Light"/>
              <a:buChar char="▰"/>
              <a:defRPr sz="2000" b="0" i="0" u="none" strike="noStrike" cap="none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tillium Web Light"/>
              <a:buChar char="○"/>
              <a:defRPr sz="2000" b="0" i="0" u="none" strike="noStrike" cap="none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tillium Web Light"/>
              <a:buChar char="■"/>
              <a:defRPr sz="2000" b="0" i="0" u="none" strike="noStrike" cap="none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tillium Web Light"/>
              <a:buChar char="●"/>
              <a:defRPr sz="2000" b="0" i="0" u="none" strike="noStrike" cap="none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tillium Web Light"/>
              <a:buChar char="○"/>
              <a:defRPr sz="2000" b="0" i="0" u="none" strike="noStrike" cap="none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tillium Web Light"/>
              <a:buChar char="■"/>
              <a:defRPr sz="2000" b="0" i="0" u="none" strike="noStrike" cap="none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tillium Web Light"/>
              <a:buChar char="●"/>
              <a:defRPr sz="2000" b="0" i="0" u="none" strike="noStrike" cap="none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tillium Web Light"/>
              <a:buChar char="○"/>
              <a:defRPr sz="2000" b="0" i="0" u="none" strike="noStrike" cap="none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tillium Web Light"/>
              <a:buChar char="■"/>
              <a:defRPr sz="2000" b="0" i="0" u="none" strike="noStrike" cap="none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101600" indent="0">
              <a:buFont typeface="Titillium Web Light"/>
              <a:buNone/>
            </a:pPr>
            <a:endParaRPr lang="en-US" sz="1800" dirty="0">
              <a:solidFill>
                <a:schemeClr val="accent3">
                  <a:lumMod val="20000"/>
                  <a:lumOff val="80000"/>
                </a:schemeClr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</a:rPr>
              <a:t>Extracted features like Mean, Standard deviation, Contrast, Energy, Filled area.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</a:rPr>
              <a:t>Support Vector Machine (SVM) has been used for pest detection and classification.  </a:t>
            </a:r>
          </a:p>
          <a:p>
            <a:pPr marL="101600" indent="0">
              <a:buFont typeface="Titillium Web Light"/>
              <a:buNone/>
            </a:pPr>
            <a:r>
              <a:rPr lang="en-US" sz="18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</a:rPr>
              <a:t> </a:t>
            </a:r>
          </a:p>
          <a:p>
            <a:pPr marL="0" indent="0">
              <a:spcBef>
                <a:spcPts val="1000"/>
              </a:spcBef>
              <a:buClr>
                <a:schemeClr val="dk1"/>
              </a:buClr>
              <a:buSzPts val="1100"/>
              <a:buFont typeface="Arial"/>
              <a:buNone/>
            </a:pPr>
            <a:endParaRPr lang="en-US" sz="12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pPr marL="0" indent="0">
              <a:spcBef>
                <a:spcPts val="1000"/>
              </a:spcBef>
              <a:spcAft>
                <a:spcPts val="1000"/>
              </a:spcAft>
              <a:buFont typeface="Titillium Web Light"/>
              <a:buNone/>
            </a:pPr>
            <a:endParaRPr lang="en-US" sz="12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190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title"/>
          </p:nvPr>
        </p:nvSpPr>
        <p:spPr>
          <a:xfrm>
            <a:off x="224205" y="577849"/>
            <a:ext cx="8610923" cy="472363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-IN" sz="240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</a:rPr>
              <a:t>Insect Classification and Detection, </a:t>
            </a:r>
            <a:r>
              <a:rPr lang="en-IN" sz="2400" b="1" i="0" u="none" strike="noStrike" baseline="0" dirty="0" err="1">
                <a:solidFill>
                  <a:schemeClr val="bg1"/>
                </a:solidFill>
                <a:latin typeface="Calibri" panose="020F0502020204030204" pitchFamily="34" charset="0"/>
              </a:rPr>
              <a:t>Thenmozhi</a:t>
            </a:r>
            <a:r>
              <a:rPr lang="en-IN" sz="2400" b="1" i="0" u="none" strike="noStrike" baseline="0" dirty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en-IN" sz="2400" b="1" i="0" u="none" strike="noStrike" baseline="0" dirty="0" err="1">
                <a:solidFill>
                  <a:schemeClr val="bg1"/>
                </a:solidFill>
                <a:latin typeface="Calibri" panose="020F0502020204030204" pitchFamily="34" charset="0"/>
              </a:rPr>
              <a:t>Kasinathan</a:t>
            </a:r>
            <a:r>
              <a:rPr lang="en-IN" sz="240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</a:rPr>
              <a:t> et. al </a:t>
            </a:r>
            <a:r>
              <a:rPr lang="en-IN" sz="2400" b="1" i="0" u="none" strike="noStrike" baseline="3000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</a:rPr>
              <a:t>[3]</a:t>
            </a:r>
            <a:r>
              <a:rPr lang="en-IN" sz="2400" b="1" i="0" u="none" strike="noStrike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</a:rPr>
              <a:t>:</a:t>
            </a:r>
          </a:p>
        </p:txBody>
      </p:sp>
      <p:sp>
        <p:nvSpPr>
          <p:cNvPr id="63" name="Google Shape;63;p12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4" name="Google Shape;62;p12">
            <a:extLst>
              <a:ext uri="{FF2B5EF4-FFF2-40B4-BE49-F238E27FC236}">
                <a16:creationId xmlns:a16="http://schemas.microsoft.com/office/drawing/2014/main" id="{3551D3CC-254C-CA90-7D08-FBEE479CD7C8}"/>
              </a:ext>
            </a:extLst>
          </p:cNvPr>
          <p:cNvSpPr txBox="1">
            <a:spLocks/>
          </p:cNvSpPr>
          <p:nvPr/>
        </p:nvSpPr>
        <p:spPr>
          <a:xfrm>
            <a:off x="308872" y="1247063"/>
            <a:ext cx="8526256" cy="2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DFFB1"/>
              </a:buClr>
              <a:buSzPts val="2000"/>
              <a:buFont typeface="Titillium Web Light"/>
              <a:buChar char="▰"/>
              <a:defRPr sz="2000" b="0" i="0" u="none" strike="noStrike" cap="none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tillium Web Light"/>
              <a:buChar char="○"/>
              <a:defRPr sz="2000" b="0" i="0" u="none" strike="noStrike" cap="none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tillium Web Light"/>
              <a:buChar char="■"/>
              <a:defRPr sz="2000" b="0" i="0" u="none" strike="noStrike" cap="none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tillium Web Light"/>
              <a:buChar char="●"/>
              <a:defRPr sz="2000" b="0" i="0" u="none" strike="noStrike" cap="none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tillium Web Light"/>
              <a:buChar char="○"/>
              <a:defRPr sz="2000" b="0" i="0" u="none" strike="noStrike" cap="none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tillium Web Light"/>
              <a:buChar char="■"/>
              <a:defRPr sz="2000" b="0" i="0" u="none" strike="noStrike" cap="none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tillium Web Light"/>
              <a:buChar char="●"/>
              <a:defRPr sz="2000" b="0" i="0" u="none" strike="noStrike" cap="none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tillium Web Light"/>
              <a:buChar char="○"/>
              <a:defRPr sz="2000" b="0" i="0" u="none" strike="noStrike" cap="none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tillium Web Light"/>
              <a:buChar char="■"/>
              <a:defRPr sz="2000" b="0" i="0" u="none" strike="noStrike" cap="none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101600" indent="0">
              <a:buFont typeface="Titillium Web Light"/>
              <a:buNone/>
            </a:pPr>
            <a:endParaRPr lang="en-US" sz="1800" dirty="0">
              <a:solidFill>
                <a:schemeClr val="accent3">
                  <a:lumMod val="20000"/>
                  <a:lumOff val="80000"/>
                </a:schemeClr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</a:rPr>
              <a:t>Used Wang and Xie dataset.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</a:rPr>
              <a:t>Used nine shape features including area, perimeter, major axis length, minor axis length, eccentricity, circularity, solidity, form factor and compactness.  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</a:rPr>
              <a:t>They applied ANN, KNN, CNN, SVM and NB classifier.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</a:rPr>
              <a:t>Highest accuracy 93.9% achieved using CNN classifier.</a:t>
            </a:r>
          </a:p>
          <a:p>
            <a:pPr marL="101600" indent="0">
              <a:buFont typeface="Titillium Web Light"/>
              <a:buNone/>
            </a:pPr>
            <a:r>
              <a:rPr lang="en-US" sz="18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</a:rPr>
              <a:t> </a:t>
            </a:r>
          </a:p>
          <a:p>
            <a:pPr marL="0" indent="0">
              <a:spcBef>
                <a:spcPts val="1000"/>
              </a:spcBef>
              <a:buClr>
                <a:schemeClr val="dk1"/>
              </a:buClr>
              <a:buSzPts val="1100"/>
              <a:buFont typeface="Arial"/>
              <a:buNone/>
            </a:pPr>
            <a:endParaRPr lang="en-US" sz="12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pPr marL="0" indent="0">
              <a:spcBef>
                <a:spcPts val="1000"/>
              </a:spcBef>
              <a:spcAft>
                <a:spcPts val="1000"/>
              </a:spcAft>
              <a:buFont typeface="Titillium Web Light"/>
              <a:buNone/>
            </a:pPr>
            <a:endParaRPr lang="en-US" sz="12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182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>
            <a:spLocks noGrp="1"/>
          </p:cNvSpPr>
          <p:nvPr>
            <p:ph type="title"/>
          </p:nvPr>
        </p:nvSpPr>
        <p:spPr>
          <a:xfrm>
            <a:off x="1048765" y="386483"/>
            <a:ext cx="7046465" cy="649242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Framework for insect classification</a:t>
            </a:r>
          </a:p>
        </p:txBody>
      </p:sp>
      <p:sp>
        <p:nvSpPr>
          <p:cNvPr id="83" name="Google Shape;83;p15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BFECA0-5D97-ABD8-FE30-BE722AD095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109" y="1250602"/>
            <a:ext cx="6407779" cy="318179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>
            <a:spLocks noGrp="1"/>
          </p:cNvSpPr>
          <p:nvPr>
            <p:ph type="title"/>
          </p:nvPr>
        </p:nvSpPr>
        <p:spPr>
          <a:xfrm>
            <a:off x="279203" y="-46287"/>
            <a:ext cx="8585590" cy="649242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The flow chart of insect pest detection algorithm</a:t>
            </a:r>
          </a:p>
        </p:txBody>
      </p:sp>
      <p:sp>
        <p:nvSpPr>
          <p:cNvPr id="83" name="Google Shape;83;p15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201409-D200-6C30-D738-314501CCF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1796" y="662034"/>
            <a:ext cx="6540403" cy="4284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242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title"/>
          </p:nvPr>
        </p:nvSpPr>
        <p:spPr>
          <a:xfrm>
            <a:off x="729426" y="272482"/>
            <a:ext cx="2292980" cy="582699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-IN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</a:rPr>
              <a:t>References</a:t>
            </a:r>
            <a:r>
              <a:rPr lang="en-IN" sz="3600" b="1" i="0" u="none" strike="noStrike" baseline="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</a:rPr>
              <a:t>: </a:t>
            </a:r>
          </a:p>
        </p:txBody>
      </p:sp>
      <p:sp>
        <p:nvSpPr>
          <p:cNvPr id="62" name="Google Shape;62;p12"/>
          <p:cNvSpPr txBox="1">
            <a:spLocks noGrp="1"/>
          </p:cNvSpPr>
          <p:nvPr>
            <p:ph type="body" idx="2"/>
          </p:nvPr>
        </p:nvSpPr>
        <p:spPr>
          <a:xfrm>
            <a:off x="114716" y="771840"/>
            <a:ext cx="8526256" cy="409917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01600" indent="0" algn="just">
              <a:buNone/>
            </a:pPr>
            <a:endParaRPr lang="en-IN" sz="1600" b="1" i="0" u="none" strike="noStrike" baseline="0" dirty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algn="just"/>
            <a:r>
              <a:rPr lang="en-IN" sz="1600" b="1" i="0" u="none" strike="noStrike" baseline="0" dirty="0">
                <a:solidFill>
                  <a:schemeClr val="bg1"/>
                </a:solidFill>
                <a:latin typeface="Calibri" panose="020F0502020204030204" pitchFamily="34" charset="0"/>
              </a:rPr>
              <a:t>1. AHMED Hassan, JURAIMI Abdul </a:t>
            </a:r>
            <a:r>
              <a:rPr lang="en-IN" sz="1600" b="1" i="0" u="none" strike="noStrike" baseline="0" dirty="0" err="1">
                <a:solidFill>
                  <a:schemeClr val="bg1"/>
                </a:solidFill>
                <a:latin typeface="Calibri" panose="020F0502020204030204" pitchFamily="34" charset="0"/>
              </a:rPr>
              <a:t>Shukor</a:t>
            </a:r>
            <a:r>
              <a:rPr lang="en-IN" sz="1600" b="1" i="0" u="none" strike="noStrike" baseline="0" dirty="0">
                <a:solidFill>
                  <a:schemeClr val="bg1"/>
                </a:solidFill>
                <a:latin typeface="Calibri" panose="020F0502020204030204" pitchFamily="34" charset="0"/>
              </a:rPr>
              <a:t>, MUHAMMAD HAMDANI Saiful, Introduction to Robotics Agriculture in Pest Control: A Review, </a:t>
            </a:r>
            <a:r>
              <a:rPr lang="en-IN" sz="1600" b="1" i="0" u="none" strike="noStrike" baseline="0" dirty="0" err="1">
                <a:solidFill>
                  <a:schemeClr val="bg1"/>
                </a:solidFill>
                <a:latin typeface="Calibri" panose="020F0502020204030204" pitchFamily="34" charset="0"/>
              </a:rPr>
              <a:t>Pertanika</a:t>
            </a:r>
            <a:r>
              <a:rPr lang="en-IN" sz="1600" b="1" i="0" u="none" strike="noStrike" baseline="0" dirty="0">
                <a:solidFill>
                  <a:schemeClr val="bg1"/>
                </a:solidFill>
                <a:latin typeface="Calibri" panose="020F0502020204030204" pitchFamily="34" charset="0"/>
              </a:rPr>
              <a:t> Journal of Scholarly Research Reviews, 2(2): 80-93, PJSRR (2016). </a:t>
            </a:r>
          </a:p>
          <a:p>
            <a:pPr marL="101600" indent="0" algn="just">
              <a:buNone/>
            </a:pPr>
            <a:endParaRPr lang="en-IN" sz="1600" b="1" i="0" u="none" strike="noStrike" baseline="0" dirty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algn="just"/>
            <a:r>
              <a:rPr lang="en-US" sz="1600" b="1" i="0" u="none" strike="noStrike" baseline="0" dirty="0">
                <a:solidFill>
                  <a:schemeClr val="bg1"/>
                </a:solidFill>
                <a:latin typeface="Calibri" panose="020F0502020204030204" pitchFamily="34" charset="0"/>
              </a:rPr>
              <a:t>2. </a:t>
            </a:r>
            <a:r>
              <a:rPr lang="en-US" sz="1600" b="1" i="0" u="none" strike="noStrike" baseline="0" dirty="0" err="1">
                <a:solidFill>
                  <a:schemeClr val="bg1"/>
                </a:solidFill>
                <a:latin typeface="Calibri" panose="020F0502020204030204" pitchFamily="34" charset="0"/>
              </a:rPr>
              <a:t>Sreelakshmi</a:t>
            </a:r>
            <a:r>
              <a:rPr lang="en-US" sz="1600" b="1" i="0" u="none" strike="noStrike" baseline="0" dirty="0">
                <a:solidFill>
                  <a:schemeClr val="bg1"/>
                </a:solidFill>
                <a:latin typeface="Calibri" panose="020F0502020204030204" pitchFamily="34" charset="0"/>
              </a:rPr>
              <a:t> M, </a:t>
            </a:r>
            <a:r>
              <a:rPr lang="en-US" sz="1600" b="1" i="0" u="none" strike="noStrike" baseline="0" dirty="0" err="1">
                <a:solidFill>
                  <a:schemeClr val="bg1"/>
                </a:solidFill>
                <a:latin typeface="Calibri" panose="020F0502020204030204" pitchFamily="34" charset="0"/>
              </a:rPr>
              <a:t>Padmanayana</a:t>
            </a:r>
            <a:r>
              <a:rPr lang="en-US" sz="1600" b="1" i="0" u="none" strike="noStrike" baseline="0" dirty="0">
                <a:solidFill>
                  <a:schemeClr val="bg1"/>
                </a:solidFill>
                <a:latin typeface="Calibri" panose="020F0502020204030204" pitchFamily="34" charset="0"/>
              </a:rPr>
              <a:t>, Early Detection and Classification of Pests Using Image Processing, INTERNATIONAL JOURNAL OF INNOVATIVE RESEARCH IN ELECTRICAL, ELECTRONICS, INSTRUMENTATION AND CONTROL ENGINEERING, Vol. 3, Special Issue, 1, April 2015. </a:t>
            </a:r>
          </a:p>
          <a:p>
            <a:pPr marL="101600" indent="0" algn="just">
              <a:buNone/>
            </a:pPr>
            <a:endParaRPr lang="en-US" sz="1600" b="1" i="0" u="none" strike="noStrike" baseline="0" dirty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algn="just"/>
            <a:r>
              <a:rPr lang="en-IN" sz="1600" b="1" i="0" u="none" strike="noStrike" baseline="0" dirty="0">
                <a:solidFill>
                  <a:schemeClr val="bg1"/>
                </a:solidFill>
                <a:latin typeface="Calibri" panose="020F0502020204030204" pitchFamily="34" charset="0"/>
              </a:rPr>
              <a:t>3. </a:t>
            </a:r>
            <a:r>
              <a:rPr lang="en-IN" sz="1600" b="1" i="0" u="none" strike="noStrike" baseline="0" dirty="0" err="1">
                <a:solidFill>
                  <a:schemeClr val="bg1"/>
                </a:solidFill>
                <a:latin typeface="Calibri" panose="020F0502020204030204" pitchFamily="34" charset="0"/>
              </a:rPr>
              <a:t>Thenmozhi</a:t>
            </a:r>
            <a:r>
              <a:rPr lang="en-IN" sz="1600" b="1" i="0" u="none" strike="noStrike" baseline="0" dirty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en-IN" sz="1600" b="1" i="0" u="none" strike="noStrike" baseline="0" dirty="0" err="1">
                <a:solidFill>
                  <a:schemeClr val="bg1"/>
                </a:solidFill>
                <a:latin typeface="Calibri" panose="020F0502020204030204" pitchFamily="34" charset="0"/>
              </a:rPr>
              <a:t>Kasinathan</a:t>
            </a:r>
            <a:r>
              <a:rPr lang="en-IN" sz="1600" b="1" i="0" u="none" strike="noStrike" baseline="0" dirty="0">
                <a:solidFill>
                  <a:schemeClr val="bg1"/>
                </a:solidFill>
                <a:latin typeface="Calibri" panose="020F0502020204030204" pitchFamily="34" charset="0"/>
              </a:rPr>
              <a:t>, </a:t>
            </a:r>
            <a:r>
              <a:rPr lang="en-IN" sz="1600" b="1" i="0" u="none" strike="noStrike" baseline="0" dirty="0" err="1">
                <a:solidFill>
                  <a:schemeClr val="bg1"/>
                </a:solidFill>
                <a:latin typeface="Calibri" panose="020F0502020204030204" pitchFamily="34" charset="0"/>
              </a:rPr>
              <a:t>Dakshayani</a:t>
            </a:r>
            <a:r>
              <a:rPr lang="en-IN" sz="1600" b="1" i="0" u="none" strike="noStrike" baseline="0" dirty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en-IN" sz="1600" b="1" i="0" u="none" strike="noStrike" baseline="0" dirty="0" err="1">
                <a:solidFill>
                  <a:schemeClr val="bg1"/>
                </a:solidFill>
                <a:latin typeface="Calibri" panose="020F0502020204030204" pitchFamily="34" charset="0"/>
              </a:rPr>
              <a:t>Singaraju</a:t>
            </a:r>
            <a:r>
              <a:rPr lang="en-IN" sz="1600" b="1" i="0" u="none" strike="noStrike" baseline="0" dirty="0">
                <a:solidFill>
                  <a:schemeClr val="bg1"/>
                </a:solidFill>
                <a:latin typeface="Calibri" panose="020F0502020204030204" pitchFamily="34" charset="0"/>
              </a:rPr>
              <a:t>, </a:t>
            </a:r>
            <a:r>
              <a:rPr lang="en-IN" sz="1600" b="1" i="0" u="none" strike="noStrike" baseline="0" dirty="0" err="1">
                <a:solidFill>
                  <a:schemeClr val="bg1"/>
                </a:solidFill>
                <a:latin typeface="Calibri" panose="020F0502020204030204" pitchFamily="34" charset="0"/>
              </a:rPr>
              <a:t>Srinivasulu</a:t>
            </a:r>
            <a:r>
              <a:rPr lang="en-IN" sz="1600" b="1" i="0" u="none" strike="noStrike" baseline="0" dirty="0">
                <a:solidFill>
                  <a:schemeClr val="bg1"/>
                </a:solidFill>
                <a:latin typeface="Calibri" panose="020F0502020204030204" pitchFamily="34" charset="0"/>
              </a:rPr>
              <a:t> Reddy </a:t>
            </a:r>
            <a:r>
              <a:rPr lang="en-IN" sz="1600" b="1" i="0" u="none" strike="noStrike" baseline="0" dirty="0" err="1">
                <a:solidFill>
                  <a:schemeClr val="bg1"/>
                </a:solidFill>
                <a:latin typeface="Calibri" panose="020F0502020204030204" pitchFamily="34" charset="0"/>
              </a:rPr>
              <a:t>Uyyala</a:t>
            </a:r>
            <a:r>
              <a:rPr lang="en-IN" sz="1600" b="1" i="0" u="none" strike="noStrike" baseline="0" dirty="0">
                <a:solidFill>
                  <a:schemeClr val="bg1"/>
                </a:solidFill>
                <a:latin typeface="Calibri" panose="020F0502020204030204" pitchFamily="34" charset="0"/>
              </a:rPr>
              <a:t> , Insect classification and detection in field crops using modern machine learning techniques, information-processing agriculture, </a:t>
            </a:r>
            <a:r>
              <a:rPr lang="en-IN" sz="1600" b="1" i="0" u="none" strike="noStrike" baseline="0" dirty="0">
                <a:solidFill>
                  <a:schemeClr val="bg1"/>
                </a:solidFill>
                <a:latin typeface="Arial" panose="020B0604020202020204" pitchFamily="34" charset="0"/>
              </a:rPr>
              <a:t>Pages 446-457, 3 September 2021. </a:t>
            </a:r>
            <a:r>
              <a:rPr lang="en-IN" sz="1600" b="1" i="0" u="none" strike="noStrike" baseline="0" dirty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</a:p>
          <a:p>
            <a:pPr marL="0" lvl="0" indent="0" algn="just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 dirty="0">
              <a:solidFill>
                <a:schemeClr val="bg1"/>
              </a:solidFill>
            </a:endParaRPr>
          </a:p>
          <a:p>
            <a:pPr marL="0" lvl="0" indent="0" algn="just" rtl="0">
              <a:spcBef>
                <a:spcPts val="1000"/>
              </a:spcBef>
              <a:spcAft>
                <a:spcPts val="1000"/>
              </a:spcAft>
              <a:buNone/>
            </a:pPr>
            <a:endParaRPr sz="1100" b="1" dirty="0">
              <a:solidFill>
                <a:schemeClr val="bg1"/>
              </a:solidFill>
            </a:endParaRPr>
          </a:p>
        </p:txBody>
      </p:sp>
      <p:sp>
        <p:nvSpPr>
          <p:cNvPr id="63" name="Google Shape;63;p12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60481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title"/>
          </p:nvPr>
        </p:nvSpPr>
        <p:spPr>
          <a:xfrm>
            <a:off x="457200" y="461807"/>
            <a:ext cx="8377928" cy="531256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-IN" sz="3200" b="1" i="0" u="none" strike="noStrike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</a:rPr>
              <a:t>Dataset</a:t>
            </a:r>
          </a:p>
        </p:txBody>
      </p:sp>
      <p:sp>
        <p:nvSpPr>
          <p:cNvPr id="63" name="Google Shape;63;p12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4" name="Google Shape;62;p12">
            <a:extLst>
              <a:ext uri="{FF2B5EF4-FFF2-40B4-BE49-F238E27FC236}">
                <a16:creationId xmlns:a16="http://schemas.microsoft.com/office/drawing/2014/main" id="{3551D3CC-254C-CA90-7D08-FBEE479CD7C8}"/>
              </a:ext>
            </a:extLst>
          </p:cNvPr>
          <p:cNvSpPr txBox="1">
            <a:spLocks/>
          </p:cNvSpPr>
          <p:nvPr/>
        </p:nvSpPr>
        <p:spPr>
          <a:xfrm>
            <a:off x="0" y="865345"/>
            <a:ext cx="8835128" cy="3294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DFFB1"/>
              </a:buClr>
              <a:buSzPts val="2000"/>
              <a:buFont typeface="Titillium Web Light"/>
              <a:buChar char="▰"/>
              <a:defRPr sz="2000" b="0" i="0" u="none" strike="noStrike" cap="none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tillium Web Light"/>
              <a:buChar char="○"/>
              <a:defRPr sz="2000" b="0" i="0" u="none" strike="noStrike" cap="none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tillium Web Light"/>
              <a:buChar char="■"/>
              <a:defRPr sz="2000" b="0" i="0" u="none" strike="noStrike" cap="none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tillium Web Light"/>
              <a:buChar char="●"/>
              <a:defRPr sz="2000" b="0" i="0" u="none" strike="noStrike" cap="none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tillium Web Light"/>
              <a:buChar char="○"/>
              <a:defRPr sz="2000" b="0" i="0" u="none" strike="noStrike" cap="none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tillium Web Light"/>
              <a:buChar char="■"/>
              <a:defRPr sz="2000" b="0" i="0" u="none" strike="noStrike" cap="none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tillium Web Light"/>
              <a:buChar char="●"/>
              <a:defRPr sz="2000" b="0" i="0" u="none" strike="noStrike" cap="none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tillium Web Light"/>
              <a:buChar char="○"/>
              <a:defRPr sz="2000" b="0" i="0" u="none" strike="noStrike" cap="none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tillium Web Light"/>
              <a:buChar char="■"/>
              <a:defRPr sz="2000" b="0" i="0" u="none" strike="noStrike" cap="none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101600" indent="0">
              <a:buFont typeface="Titillium Web Light"/>
              <a:buNone/>
            </a:pPr>
            <a:endParaRPr lang="en-US" sz="1800" dirty="0">
              <a:solidFill>
                <a:schemeClr val="accent3">
                  <a:lumMod val="20000"/>
                  <a:lumOff val="80000"/>
                </a:schemeClr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</a:rPr>
              <a:t>Name: </a:t>
            </a:r>
          </a:p>
          <a:p>
            <a:pPr marL="10160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</a:rPr>
              <a:t>	IP102_v1.1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</a:rPr>
              <a:t>Link:</a:t>
            </a:r>
          </a:p>
          <a:p>
            <a:pPr marL="10160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</a:rPr>
              <a:t>	https://drive.google.com/drive/folders/1svFSy2Da3cVMvekBwe13mzyx38XZ9xWo </a:t>
            </a:r>
          </a:p>
          <a:p>
            <a:pPr marL="0" indent="0">
              <a:spcBef>
                <a:spcPts val="1000"/>
              </a:spcBef>
              <a:buClr>
                <a:schemeClr val="dk1"/>
              </a:buClr>
              <a:buSzPts val="1100"/>
              <a:buFont typeface="Arial"/>
              <a:buNone/>
            </a:pPr>
            <a:endParaRPr lang="en-US" sz="12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pPr marL="0" indent="0">
              <a:spcBef>
                <a:spcPts val="1000"/>
              </a:spcBef>
              <a:spcAft>
                <a:spcPts val="1000"/>
              </a:spcAft>
              <a:buFont typeface="Titillium Web Light"/>
              <a:buNone/>
            </a:pPr>
            <a:endParaRPr lang="en-US" sz="12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3683030"/>
      </p:ext>
    </p:extLst>
  </p:cSld>
  <p:clrMapOvr>
    <a:masterClrMapping/>
  </p:clrMapOvr>
</p:sld>
</file>

<file path=ppt/theme/theme1.xml><?xml version="1.0" encoding="utf-8"?>
<a:theme xmlns:a="http://schemas.openxmlformats.org/drawingml/2006/main" name="Ninacor template">
  <a:themeElements>
    <a:clrScheme name="Custom 347">
      <a:dk1>
        <a:srgbClr val="000000"/>
      </a:dk1>
      <a:lt1>
        <a:srgbClr val="FFFFFF"/>
      </a:lt1>
      <a:dk2>
        <a:srgbClr val="9199AA"/>
      </a:dk2>
      <a:lt2>
        <a:srgbClr val="E4E7EC"/>
      </a:lt2>
      <a:accent1>
        <a:srgbClr val="002988"/>
      </a:accent1>
      <a:accent2>
        <a:srgbClr val="004CF8"/>
      </a:accent2>
      <a:accent3>
        <a:srgbClr val="7DFFB1"/>
      </a:accent3>
      <a:accent4>
        <a:srgbClr val="E0FF7D"/>
      </a:accent4>
      <a:accent5>
        <a:srgbClr val="FFF16B"/>
      </a:accent5>
      <a:accent6>
        <a:srgbClr val="FFFFFF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457</Words>
  <Application>Microsoft Office PowerPoint</Application>
  <PresentationFormat>On-screen Show (16:9)</PresentationFormat>
  <Paragraphs>69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Cambria</vt:lpstr>
      <vt:lpstr>Arial</vt:lpstr>
      <vt:lpstr>Titillium Web</vt:lpstr>
      <vt:lpstr>Calibri</vt:lpstr>
      <vt:lpstr>Titillium Web Light</vt:lpstr>
      <vt:lpstr>Ninacor template</vt:lpstr>
      <vt:lpstr>PowerPoint Presentation</vt:lpstr>
      <vt:lpstr>Project Idea: </vt:lpstr>
      <vt:lpstr>Key Features/Objectives: </vt:lpstr>
      <vt:lpstr>Robotics Applied In[1]:</vt:lpstr>
      <vt:lpstr>Early Detection and Classification, Sreelakshmi M et. al [2]:</vt:lpstr>
      <vt:lpstr>Insect Classification and Detection, Thenmozhi Kasinathan et. al [3]:</vt:lpstr>
      <vt:lpstr>Framework for insect classification</vt:lpstr>
      <vt:lpstr>The flow chart of insect pest detection algorithm</vt:lpstr>
      <vt:lpstr>References: </vt:lpstr>
      <vt:lpstr>Dataset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Indrashis Ghosh</cp:lastModifiedBy>
  <cp:revision>2</cp:revision>
  <dcterms:modified xsi:type="dcterms:W3CDTF">2022-11-20T05:47:50Z</dcterms:modified>
</cp:coreProperties>
</file>